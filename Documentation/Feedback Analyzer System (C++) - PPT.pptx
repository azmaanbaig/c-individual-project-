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6d18b6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6d18b6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6d18b66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6d18b66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6d18b66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6d18b66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6d18b66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6d18b66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6d18b66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6d18b66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6d18b66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6d18b66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56d18b66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56d18b66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63925" y="2571750"/>
            <a:ext cx="8520600" cy="14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507">
                <a:solidFill>
                  <a:schemeClr val="lt1"/>
                </a:solidFill>
              </a:rPr>
              <a:t>Feedback Analyzer System </a:t>
            </a:r>
            <a:endParaRPr b="1" sz="6507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7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42">
                <a:solidFill>
                  <a:schemeClr val="lt1"/>
                </a:solidFill>
              </a:rPr>
              <a:t> </a:t>
            </a:r>
            <a:r>
              <a:rPr b="1" lang="en-GB" sz="5710">
                <a:solidFill>
                  <a:schemeClr val="lt1"/>
                </a:solidFill>
              </a:rPr>
              <a:t>Student Name:</a:t>
            </a:r>
            <a:r>
              <a:rPr lang="en-GB" sz="5710">
                <a:solidFill>
                  <a:schemeClr val="lt1"/>
                </a:solidFill>
              </a:rPr>
              <a:t> Azmaan Baig</a:t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710">
                <a:solidFill>
                  <a:schemeClr val="lt1"/>
                </a:solidFill>
              </a:rPr>
              <a:t>Details:</a:t>
            </a:r>
            <a:r>
              <a:rPr lang="en-GB" sz="5710">
                <a:solidFill>
                  <a:schemeClr val="lt1"/>
                </a:solidFill>
              </a:rPr>
              <a:t> B.Tech CSE (2025-29) | Roll No: 150096725172</a:t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710">
                <a:solidFill>
                  <a:schemeClr val="lt1"/>
                </a:solidFill>
              </a:rPr>
              <a:t>Subject:</a:t>
            </a:r>
            <a:r>
              <a:rPr lang="en-GB" sz="5710">
                <a:solidFill>
                  <a:schemeClr val="lt1"/>
                </a:solidFill>
              </a:rPr>
              <a:t> C++</a:t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Your solution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Working (Method/Mind map)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Conclusion.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147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AutoNum type="arabicPeriod"/>
            </a:pPr>
            <a:r>
              <a:rPr lang="en-GB" sz="1800">
                <a:solidFill>
                  <a:srgbClr val="980000"/>
                </a:solidFill>
              </a:rPr>
              <a:t>Problem Statement</a:t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Problem Statement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The Manual Burden:</a:t>
            </a:r>
            <a:r>
              <a:rPr lang="en-GB" sz="1100">
                <a:solidFill>
                  <a:schemeClr val="dk1"/>
                </a:solidFill>
              </a:rPr>
              <a:t> In educational and service environments, collecting and interpreting user feedback manually is tedious and time-consuming.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Interpretation Difficulty:</a:t>
            </a:r>
            <a:r>
              <a:rPr lang="en-GB" sz="1100">
                <a:solidFill>
                  <a:schemeClr val="dk1"/>
                </a:solidFill>
              </a:rPr>
              <a:t> Raw ratings (numbers) can be hard to interpret without a standardized classification system.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Need for Automation:</a:t>
            </a:r>
            <a:r>
              <a:rPr lang="en-GB" sz="1100">
                <a:solidFill>
                  <a:schemeClr val="dk1"/>
                </a:solidFill>
              </a:rPr>
              <a:t> There is a requirement for a simple, efficient console-based tool to aggregate ratings and provide meaningful performance categories instantly.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n-GB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  <a:endParaRPr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Proposed Solution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The System:</a:t>
            </a:r>
            <a:r>
              <a:rPr lang="en-GB" sz="1100">
                <a:solidFill>
                  <a:schemeClr val="dk1"/>
                </a:solidFill>
              </a:rPr>
              <a:t> A menu-driven console application built using C++.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Key Modules: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Feedback Input:</a:t>
            </a:r>
            <a:r>
              <a:rPr lang="en-GB" sz="1100">
                <a:solidFill>
                  <a:schemeClr val="dk1"/>
                </a:solidFill>
              </a:rPr>
              <a:t> Captures user ratings and qualitative comments.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Data Storage:</a:t>
            </a:r>
            <a:r>
              <a:rPr lang="en-GB" sz="1100">
                <a:solidFill>
                  <a:schemeClr val="dk1"/>
                </a:solidFill>
              </a:rPr>
              <a:t> Efficiently stores multiple ratings using arrays.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Automated Analysis:</a:t>
            </a:r>
            <a:r>
              <a:rPr lang="en-GB" sz="1100">
                <a:solidFill>
                  <a:schemeClr val="dk1"/>
                </a:solidFill>
              </a:rPr>
              <a:t> Calculates the total and average values to determine overall performance.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Summary Display:</a:t>
            </a:r>
            <a:r>
              <a:rPr lang="en-GB" sz="1100">
                <a:solidFill>
                  <a:schemeClr val="dk1"/>
                </a:solidFill>
              </a:rPr>
              <a:t> Presents the final classification (e.g., Excellent, Good, Poor) to the user.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980000"/>
                </a:solidFill>
              </a:rPr>
              <a:t>4. </a:t>
            </a:r>
            <a:r>
              <a:rPr lang="en-GB" sz="1600">
                <a:solidFill>
                  <a:srgbClr val="980000"/>
                </a:solidFill>
              </a:rPr>
              <a:t>Working (Methodology &amp; Logic)</a:t>
            </a:r>
            <a:endParaRPr sz="27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Working (Methodology &amp; Logic)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Core Logic Flow: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Selection:</a:t>
            </a:r>
            <a:r>
              <a:rPr lang="en-GB" sz="1100">
                <a:solidFill>
                  <a:schemeClr val="dk1"/>
                </a:solidFill>
              </a:rPr>
              <a:t> A menu-driven interface (Switch/If-Else) allows the user to choose between inputting data, viewing analysis, or exiting.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Aggregation:</a:t>
            </a:r>
            <a:r>
              <a:rPr lang="en-GB" sz="1100">
                <a:solidFill>
                  <a:schemeClr val="dk1"/>
                </a:solidFill>
              </a:rPr>
              <a:t> A </a:t>
            </a:r>
            <a:r>
              <a:rPr lang="en-GB" sz="1100">
                <a:solidFill>
                  <a:srgbClr val="188038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or </a:t>
            </a:r>
            <a:r>
              <a:rPr lang="en-GB" sz="1100">
                <a:solidFill>
                  <a:srgbClr val="188038"/>
                </a:solidFill>
              </a:rPr>
              <a:t>while</a:t>
            </a:r>
            <a:r>
              <a:rPr lang="en-GB" sz="1100">
                <a:solidFill>
                  <a:schemeClr val="dk1"/>
                </a:solidFill>
              </a:rPr>
              <a:t> loop iterates through the array to sum up all stored ratings.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Calculation:</a:t>
            </a:r>
            <a:r>
              <a:rPr lang="en-GB" sz="1100">
                <a:solidFill>
                  <a:schemeClr val="dk1"/>
                </a:solidFill>
              </a:rPr>
              <a:t> The average is computed by dividing the total sum by the number of feedback entries.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Classification:</a:t>
            </a:r>
            <a:r>
              <a:rPr lang="en-GB" sz="1100">
                <a:solidFill>
                  <a:schemeClr val="dk1"/>
                </a:solidFill>
              </a:rPr>
              <a:t> Conditional statements (</a:t>
            </a:r>
            <a:r>
              <a:rPr lang="en-GB" sz="1100">
                <a:solidFill>
                  <a:srgbClr val="188038"/>
                </a:solidFill>
              </a:rPr>
              <a:t>if-else</a:t>
            </a:r>
            <a:r>
              <a:rPr lang="en-GB" sz="1100">
                <a:solidFill>
                  <a:schemeClr val="dk1"/>
                </a:solidFill>
              </a:rPr>
              <a:t>) evaluate the average to assign a category: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b="1" lang="en-GB" sz="1100">
                <a:solidFill>
                  <a:schemeClr val="dk1"/>
                </a:solidFill>
              </a:rPr>
              <a:t>Average &gt; 4.5</a:t>
            </a:r>
            <a:r>
              <a:rPr lang="en-GB" sz="1100">
                <a:solidFill>
                  <a:schemeClr val="dk1"/>
                </a:solidFill>
              </a:rPr>
              <a:t> $\rightarrow$ Excellent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b="1" lang="en-GB" sz="1100">
                <a:solidFill>
                  <a:schemeClr val="dk1"/>
                </a:solidFill>
              </a:rPr>
              <a:t>Average 3.5 - 4.5</a:t>
            </a:r>
            <a:r>
              <a:rPr lang="en-GB" sz="1100">
                <a:solidFill>
                  <a:schemeClr val="dk1"/>
                </a:solidFill>
              </a:rPr>
              <a:t> $\rightarrow$ Good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b="1" lang="en-GB" sz="1100">
                <a:solidFill>
                  <a:schemeClr val="dk1"/>
                </a:solidFill>
              </a:rPr>
              <a:t>Average &lt; 2.5</a:t>
            </a:r>
            <a:r>
              <a:rPr lang="en-GB" sz="1100">
                <a:solidFill>
                  <a:schemeClr val="dk1"/>
                </a:solidFill>
              </a:rPr>
              <a:t> $\rightarrow$ Poor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>
                <a:solidFill>
                  <a:srgbClr val="980000"/>
                </a:solidFill>
              </a:rPr>
              <a:t>5. </a:t>
            </a:r>
            <a:r>
              <a:rPr lang="en-GB" sz="1600">
                <a:solidFill>
                  <a:srgbClr val="980000"/>
                </a:solidFill>
              </a:rPr>
              <a:t> </a:t>
            </a:r>
            <a:r>
              <a:rPr lang="en-GB" sz="1700">
                <a:solidFill>
                  <a:srgbClr val="A81B50"/>
                </a:solidFill>
              </a:rPr>
              <a:t>Results &amp; Conclusion</a:t>
            </a:r>
            <a:endParaRPr sz="2700">
              <a:solidFill>
                <a:srgbClr val="A81B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Results &amp; Conclusion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Objective Met:</a:t>
            </a:r>
            <a:r>
              <a:rPr lang="en-GB" sz="1100">
                <a:solidFill>
                  <a:schemeClr val="dk1"/>
                </a:solidFill>
              </a:rPr>
              <a:t> The project successfully demonstrates the use of fundamental programming concepts like arrays and loops to solve a real-world data analysis problem.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Scalability:</a:t>
            </a:r>
            <a:r>
              <a:rPr lang="en-GB" sz="1100">
                <a:solidFill>
                  <a:schemeClr val="dk1"/>
                </a:solidFill>
              </a:rPr>
              <a:t> The system provides a foundation for more complex sentiment analysis or database-driven feedback systems.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Key Takeaway:</a:t>
            </a:r>
            <a:r>
              <a:rPr lang="en-GB" sz="1100">
                <a:solidFill>
                  <a:schemeClr val="dk1"/>
                </a:solidFill>
              </a:rPr>
              <a:t> Automation through C++ ensures faster, more accurate performance evaluations compared to manual methods.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2" name="Google Shape;92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